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D3EE"/>
                </a:solidFill>
              </a:defRPr>
            </a:pPr>
            <a:r>
              <a:t>IP Weave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链上衍生宇宙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基于 GLM-5.1 的自治链上 IP 衍生内容 Agent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给一个链上 IP，它还你一个世界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Casual Hackathon · Z.AI 赛道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独立开发者 Venz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项目背景与问题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链上 IP 资产发行后普遍面临 mint 即终点的困境。大量 NFT 项目在发售结束后缺乏持续的内容运营能力。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传统内容生产需要完整的创作团队：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作家负责故事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编剧负责分镜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设计师负责视觉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开发者负责上链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三个核心问题：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1. 内容生产门槛高，多角色协同成本高效率低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2. 风格不统一，不同创作者产出参差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3. 缺乏变现路径，创作后无法上链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IP Weave 采用两层架构：Agent 决策层和工具执行层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Agent 层是总指挥，由 GLM-5.1 驱动：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启动时自主拆解任务，制定多步骤计划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每轮分析当前状态，决定下一步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执行后评估结果，判断是否迭代修正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工具层有八个独立模块：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read_ip · analyze_style · write_story · write_script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design_assets · render_3d · check_quality · deliver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为什么能做到自主决策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采用 ReAct 架构，GLM-5.1 在每个循环中分析当前状态并自主决定下一步。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不是按固定顺序执行的流水线，而是真实的思考决策过程。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如果某一步失败，Agent 可选择重试、跳过或尝试替代方案。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以 Azuki 为例的决策过程：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1. 数据为空 → 调用 read_ip 读取链上数据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2. 数据已读取 → 调用 analyze_style 分析风格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3. 风格已分析 → 调用 write_story 创作故事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4. 故事完成 → 调用 write_script 生成脚本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5. 脚本完成 → 调用 design_assets 设计资产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6. 资产完成 → 调用 render_3d 生成 3D 模型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7. 全部完成 → 调用 check_quality 检查质量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8. 质量通过 → 调用 deliver 交付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1. 链上 IP 数据读取：自动读取任意 ERC-721 合约数据，从以太坊主网实时获取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2. IP 风格分析：GLM-5.1 提取视觉风格、叙事基调、文化背景和代表符号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3. 衍生故事创作：2000-4000 字完整叙事，含起因发展高潮结局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4. 动画分镜脚本生成：6-8 个分镜，含画面描述、对白、镜头运动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5. 周边资产概念设计：2 款可上链资产，含设计描述和 NFT 元数据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6. 3D 模型生成：build123d 参数化建模，输出 GLB 格式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7. 风格一致性检查：评分 0-10，7 分以上通过，低于自动迭代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8. 链上发布准备：打包 NFT 元数据，生成 Solidity 合约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使用到的 API 和 AI 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GLM-5.1：核心 LLM，负责决策、分析、创作和质量检查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CogView-4：智谱 AI 图片生成，用于资产概念图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web3.py：以太坊交互，用于链上数据读取和合约部署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build123d：Python 3D 建模库，生成 GLB 格式模型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solc：Solidity 编译器，编译 ERC-721 合约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python-dotenv：环境变量管理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httpx：HTTP 客户端，调用外部 API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GLM-5.1 七处调用点：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任务拆解 · 状态决策 · 风格分析 · 故事创作 · 脚本生成 · 资产设计 · 质量检查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运行结果与链上证明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运行 Agent：echo azuki | python src/run_agent.py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输出文件：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story.html：3600 字衍生故事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script.html：7 个分镜动画脚本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assets.html：2 款周边资产设计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index.html：交付报告</a:t>
            </a:r>
          </a:p>
          <a:p>
            <a:pPr>
              <a:spcAft>
                <a:spcPts val="800"/>
              </a:spcAft>
              <a:defRPr sz="1600">
                <a:solidFill>
                  <a:srgbClr val="888888"/>
                </a:solidFill>
              </a:defRPr>
            </a:pPr>
            <a:r>
              <a:t>- nft/：NFT 元数据与合约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链上证明：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合约已部署到 Sepolia 测试网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合约地址：0x428fc6c80773F44220E7bcb9c7b4833C62F0f343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Etherscan：https://sepolia.etherscan.io/address/0x428fc6c80773F44220E7bcb9c7b4833C62F0f343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开源与团队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GitHub：https://github.com/yanwenzhe519-ctrl/IP-Weave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展示页：https://yanwenzhe519-ctrl.github.io/IP-Weave/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许可：MIT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一人 + 一 Agent = 一整个创作团队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给一个链上 IP，它还你一个世界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Casual Hackathon · Z.AI 赛道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独立开发者：Venz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钱包：0xd4bcc91f1e632fdbc4a431a5c33e78b22e940ff1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